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9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2422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64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400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91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20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5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15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0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76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21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2129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402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7008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4959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148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10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0245D-10C2-492F-A0A5-AE9ED02589E2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38A2FF0-9BBC-4D96-9E00-857EAFB1FF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216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AFA06-C41D-C113-1124-00098A733C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1F5686-150B-AC5C-DA79-1B57694A2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3794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Facetado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adisneiacamacho@professor.educacao.sp.gov.br</dc:creator>
  <cp:lastModifiedBy>adisneiacamacho@professor.educacao.sp.gov.br</cp:lastModifiedBy>
  <cp:revision>1</cp:revision>
  <dcterms:created xsi:type="dcterms:W3CDTF">2026-04-07T00:02:33Z</dcterms:created>
  <dcterms:modified xsi:type="dcterms:W3CDTF">2026-04-07T00:03:02Z</dcterms:modified>
</cp:coreProperties>
</file>